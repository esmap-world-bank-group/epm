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5448" y="-109728"/>
            <a:ext cx="8321040" cy="749808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CBAM – Assumptions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600200"/>
          <a:ext cx="832104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777240"/>
                <a:gridCol w="530352"/>
                <a:gridCol w="530352"/>
                <a:gridCol w="530352"/>
                <a:gridCol w="530352"/>
                <a:gridCol w="530352"/>
                <a:gridCol w="26517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0" marB="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
(tCO₂e/MWh)</a:t>
                      </a:r>
                    </a:p>
                  </a:txBody>
                  <a:tcPr marL="45720" marR="45720" marT="0" marB="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45720" marR="45720" marT="0" marB="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2026 *</a:t>
                      </a:r>
                    </a:p>
                  </a:txBody>
                  <a:tcPr marL="45720" marR="45720" marT="0" marB="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2030</a:t>
                      </a:r>
                    </a:p>
                  </a:txBody>
                  <a:tcPr marL="45720" marR="45720" marT="0" marB="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2035 *</a:t>
                      </a:r>
                    </a:p>
                  </a:txBody>
                  <a:tcPr marL="45720" marR="45720" marT="0" marB="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2040</a:t>
                      </a:r>
                    </a:p>
                  </a:txBody>
                  <a:tcPr marL="45720" marR="45720" marT="0" marB="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45720" marR="45720" marT="0" marB="0" anchor="ctr">
                    <a:solidFill>
                      <a:srgbClr val="1A3A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Carbon price — EU ETS  (€/tCO₂)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64.8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84.0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122.4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140.5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158.6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4A5568"/>
                          </a:solidFill>
                          <a:latin typeface="Calibri"/>
                        </a:rPr>
                        <a:t>EEA, EU ETS auctioning revenues (2024)  ·  ENTSO-E TYNDP 2024 Scenarios Methodology Report, Table 8 p.32 (2030, 2040; EUR2022 deflated to €2024)  ·  2026 and 2035 interpolated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Türkiye — CBAM levy  (€/MWh)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0.718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4A5568"/>
                          </a:solidFill>
                          <a:latin typeface="Calibri"/>
                        </a:rPr>
                        <a:t>Commission Implementing Regulation (EU) 2025/2621, Annex III — default values for electricity imported into the EU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Georgia — CBAM levy  (€/MWh)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0.440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4A5568"/>
                          </a:solidFill>
                          <a:latin typeface="Calibri"/>
                        </a:rPr>
                        <a:t>Commission Implementing Regulation (EU) 2025/2621, Annex III — default values for electricity imported into the EU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